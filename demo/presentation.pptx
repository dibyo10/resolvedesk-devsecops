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RESOLVEDESK | DIBYO10 | HELPDESK TRIAGE AND VERIFIED 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ResolveDesk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Create, assign, prioritize and resolve support tickets.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React interface, FastAPI services and persistent PostgreSQL storage.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Verified locally and on shared AWS EKS. Temporary cloud resources were removed after recording.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A small workflow, implemented end to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Requester email, subject, description, priority and assignee stay with each ticket.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workflow is OPEN → IN_PROGRESS → RESOLVED; teams can reopen tickets.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Search and filters help triage; summary counts expose unresolved urgent work.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Assumption: an internal classroom demonstration with synthetic data and no authentication.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TECHNOLOGY AND CODE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Separate responsibilities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React + Vite: ticket workspace, forms and accessible feedback.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FastAPI: HTTP routes; service functions: workflow operations; Pydantic: validation.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SQLAlchemy + PostgreSQL: storage. Alembic: explicit schema migrations.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Docker Compose: local integration. Helm + Kubernetes: repeatable deployment.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One application, two delivery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87F8C"/>
                </a:solidFill>
                <a:latin typeface="Aptos"/>
              </a:defRPr>
            </a:pPr>
            <a:r>
              <a:t>Browser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1945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87F8C"/>
                </a:solidFill>
                <a:latin typeface="Aptos"/>
              </a:defRPr>
            </a:pPr>
            <a:r>
              <a:t>React / Nginx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1945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87F8C"/>
                </a:solidFill>
                <a:latin typeface="Aptos"/>
              </a:defRPr>
            </a:pPr>
            <a:r>
              <a:t>FastAPI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21945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87F8C"/>
                </a:solidFill>
                <a:latin typeface="Aptos"/>
              </a:defRPr>
            </a:pPr>
            <a:r>
              <a:t>PostgreSQL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19456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02A4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19456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02A4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19456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02A4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102A43"/>
                </a:solidFill>
                <a:latin typeface="Aptos"/>
              </a:defRPr>
            </a:pPr>
            <a:r>
              <a:t>GitHub Actions → GHCR → ArgoCD / Helm → 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02A43"/>
                </a:solidFill>
                <a:latin typeface="Aptos"/>
              </a:defRPr>
            </a:pPr>
            <a:r>
              <a:t>Prometheus ← /metrics       Grafana ← Prometheus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8006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Local: Compose connects the same three application services.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229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5229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AWS: Terraform creates the VPC and EKS; Helm defines the workload.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CONTINUOUS INTEGRATION AND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Test before publication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GitHub Actions runs backend tests, frontend tests and a production frontend build.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Build each image once and tag it with the source commit SHA.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Trivy blocks HIGH and CRITICAL findings and preserves scan reports.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Deploy scanned images to temporary Kind, smoke-test them, then publish to GHCR.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TERRAFORM AND AWS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Make infrastructure reproducible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VPC spans two availability zones, with public and private subnets.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Temporary workers use public subnets with automatic public IPs. Security groups allow no public inbound traffic.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account had no Elastic IP quota available, so the demo uses no NAT gateway.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Kubernetes API is restricted to the operator IP. EBS CSI uses a dedicated IAM role.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469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46904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Recovered apps ran successfully. Apply was interrupted during old worker-group deletion; final destroy succeeded.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KUBERNETES AND HELM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Deploy and recover predictably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Frontend and backend Deployments use probes, resource requests and limits.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 database StatefulSet uses persistent storage; credentials come from a Secret.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 migration Job applies Alembic before the application is considered ready.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HPA adjusts backend replicas; an Ingress can provide a single application endpoint.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469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46904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Verified two frontend and two backend replicas, persistent gp3 storage and valid HPA CPU measurements.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ARGOCD AND GITOPS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Git records the desired release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ArgoCD reads the Helm chart and release values from Git.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Commit-SHA image tags connect a deployed release to its tested source.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 values change updates the desired state; ArgoCD reconciles the cluster.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Recorded ArgoCD evidence shows the deployed application Synced and Healthy.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469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46904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backend replica field is ignored by ArgoCD so HPA can own scaling.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PROMETHEUS AND GRAFANA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Observe behavior, not just containers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/health reports process liveness; /ready checks access to the migrated database.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/metrics exposes HTTP request counts, duration and status metrics.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 ServiceMonitor connects the API to Prometheus; verify its target is 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Grafana displays request rate, p95 latency and server errors.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469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46904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Generate traffic and allow scrape intervals before recording the dashboard.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VERIFIED RESULTS AND HONEST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Evidence and lessons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26 backend tests and four frontend tests passed; CI built, scanned, smoke-tested and published both images.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Recorded EKS deployment: working ingress, ArgoCD Synced/Healthy, two backend monitoring targets UP and populated Grafana panels.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Terraform destroy removed 59 resources; all 11 cleanup checks passed. KMS deletion is scheduled for November 15, 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Quota blocked the first NAT plan. Recovered apps ran, but apply was interrupted during old worker-group deletion.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469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46904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Classroom demo: synthetic data, no authentication and one PostgreSQL instance. Production needs access control, backups and recovery testing.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