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 HELPDESK APPLICATION WITH A REPRODUCIBLE DEVSECOPS DELIVERY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ResolveDesk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Create, assign, prioritize and resolve support tickets.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React interface, FastAPI services and persistent PostgreSQL 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Built for the DevSecOps assignment. Temporary AWS resources are removed after evidence capture.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A small workflow, implemented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Requester email, subject, description, priority and assignee stay with each ticket.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workflow is OPEN → IN_PROGRESS → RESOLVED; teams can reopen tickets.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Search and filters help triage; summary counts expose unresolved urgent work.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Assumption: an internal classroom demonstration with synthetic data and no authentication.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TECHNOLOGY AND CODE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Separate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React + Vite: ticket workspace, forms and accessible feedback.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FastAPI: HTTP routes; service functions: workflow operations; Pydantic: validation.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SQLAlchemy + PostgreSQL: storage. Alembic: explicit schema migrations.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Docker Compose: local integration. Helm + Kubernetes: repeatable deployment.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One application, two delivery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Browser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React /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219456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87F8C"/>
                </a:solidFill>
                <a:latin typeface="Aptos"/>
              </a:defRPr>
            </a:pPr>
            <a:r>
              <a:t>PostgreSQL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19456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102A43"/>
                </a:solidFill>
                <a:latin typeface="Aptos"/>
              </a:defRPr>
            </a:pPr>
            <a:r>
              <a:t>GitHub Actions → GHCR → ArgoCD / Helm → 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102A43"/>
                </a:solidFill>
                <a:latin typeface="Aptos"/>
              </a:defRPr>
            </a:pPr>
            <a:r>
              <a:t>Prometheus ← /metrics       Grafana ← Prometheus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00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8006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Local: Compose connects the same three application services.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229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5229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AWS: Terraform creates the VPC and EKS; Helm defines the workload.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CONTINUOUS INTEGRATION AND 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Test before publication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GitHub Actions runs backend tests, frontend tests and a production frontend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Build each image once and tag it with the source commit SHA.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Trivy blocks HIGH and CRITICAL findings and preserves scan reports.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Deploy scanned images to temporary Kind, smoke-test them, then publish to GHCR.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TERRAFORM AND AWS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Make infrastructure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VPC spans two availability zones, with public and private subnets.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Temporary workers use public subnets with automatic public IPs. Security groups allow no public inbound traffic.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account had no Elastic IP quota available, so the demo uses no NAT gateway.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Kubernetes API is restricted to the operator IP. EBS CSI uses a dedicated IAM role.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Capture successful plan, apply and console proof, then destroy temporary resources.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KUBERNETES AND HELM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Deploy and recover predictably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Frontend and backend Deployments use probes, resource requests and limits.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database StatefulSet uses persistent storage; credentials come from a Secret.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migration Job applies Alembic before the application is considered ready.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HPA adjusts backend replicas; an Ingress can provide a single application endpoint.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Runtime evidence must show the actual pods, services, storage and health state.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ARGOCD AND GITOPS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Git records the desired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ArgoCD reads the Helm chart and release values from Git.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Commit-SHA image tags connect a deployed release to its tested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values change updates the desired state; ArgoCD reconciles the cluster.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Show Synced and Healthy states, then demonstrate a controlled release update.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configured Application alone is not proof of a successful synchronization.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PROMETHEUS AND GRAFANA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Observe behavior, not just containers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/health reports process liveness; /ready checks access to the migrated database.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/metrics exposes HTTP request counts, duration and status metrics.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A ServiceMonitor connects the API to Prometheus; verify its target is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Grafana displays request rate, p95 latency and server errors.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Generate traffic and allow scrape intervals before recording the dashboard.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87F8C"/>
                </a:solidFill>
                <a:latin typeface="Aptos"/>
              </a:defRPr>
            </a:pPr>
            <a:r>
              <a:t>WHAT IS VERIFIED, AND WHAT STILL NEEDS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14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02A43"/>
                </a:solidFill>
                <a:latin typeface="Aptos"/>
              </a:defRPr>
            </a:pPr>
            <a:r>
              <a:t>Evidence and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057400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Verified: 26 isolated backend tests, including validation, CRUD, readiness and migration waiting.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7977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779776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Verified: Alembic migration round-trip and real HTTP CRUD against the local PostgreSQL deployment.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0215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502152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Runtime evidence: see demo/evidence and the final walkthrough for the recorded deployment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245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224528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Keep test results, deployed state and teardown proof separate; none implies the others.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94690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87F8C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946904"/>
            <a:ext cx="10149840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102A43"/>
                </a:solidFill>
                <a:latin typeface="Aptos"/>
              </a:defRPr>
            </a:pPr>
            <a:r>
              <a:t>The demo has no authentication and uses a single PostgreSQL instance; production needs access control and a recovery plan.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RESOLVEDESK  /  DEVSECOPS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536879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